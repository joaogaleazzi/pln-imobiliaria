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5" r:id="rId4"/>
    <p:sldId id="261" r:id="rId5"/>
    <p:sldId id="259" r:id="rId6"/>
    <p:sldId id="266" r:id="rId7"/>
    <p:sldId id="267" r:id="rId8"/>
    <p:sldId id="263" r:id="rId9"/>
    <p:sldId id="260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C0AB23-AB38-F005-D3AF-81C29003B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CC1D2A-B97B-6DCD-04E6-9074CEA39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A591F3-5C53-DDF6-DB2B-F0401D17C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DFD2-4110-43CF-B2F8-7A512E59CE7B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C68686-49D8-71F2-3259-73C97AB06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C8614D-B0C4-E345-4C35-F93CAF90F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65CD-09DD-4E26-87CA-37C0B5BC7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627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E298AC-96DA-1222-3C04-20492426F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A43EAF-0823-C974-0AA3-06A23935D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123C93-D8EE-39EE-5A27-EA7189945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DFD2-4110-43CF-B2F8-7A512E59CE7B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442ECD-A0C3-0555-2C9F-F0F1D3109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9BB728-92B6-BBB2-C38D-B7681D2A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65CD-09DD-4E26-87CA-37C0B5BC7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7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F2062-2251-0687-3658-AA0598A8F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6B1DB5-E409-5599-DB74-9AD32B1C6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8D2B4D-8B24-7819-0577-ACBD7E95A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DFD2-4110-43CF-B2F8-7A512E59CE7B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073196-DEE5-141E-6CA6-1F335068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BD8F78-2F2B-6B6B-8AA9-D27C6B408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65CD-09DD-4E26-87CA-37C0B5BC7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08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2A752A-5BB3-E963-C9C0-2F3124FB5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B1B230-9280-7A9F-2946-700AD6921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A21526-B747-5AB3-D621-78ACE696C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1AD0C8-1F34-E438-E235-1C8F15C9A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DFD2-4110-43CF-B2F8-7A512E59CE7B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5B32E4-FCA1-6203-00EF-983C73F0D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97B91B-EA69-24B2-A330-5058C16D1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65CD-09DD-4E26-87CA-37C0B5BC7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7959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078C1-74EB-CEA7-29AB-CBF0BDB0C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718E87-D417-46A0-7C4F-2191FE929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5379202-1443-E13D-670B-CCDB71A74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7B76713-E2AB-3B74-274C-226C9062FC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4FA4EF0-9D50-1943-3A11-89065DBBA9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09C1B4B-1E5B-6EC4-0540-E1AD88A1B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DFD2-4110-43CF-B2F8-7A512E59CE7B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48EE218-CAC2-7C7A-35BE-58E67EF7D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C0DEFC0-529D-B2CA-4004-2E8583092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65CD-09DD-4E26-87CA-37C0B5BC7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4457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EE5E7D-2942-0781-0B45-EBFA75DF5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D759B86-4FF8-5428-5D92-F573D5508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DFD2-4110-43CF-B2F8-7A512E59CE7B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38C04A8-4800-02D2-3204-6AB372623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E354938-D033-4D81-1391-4AE39239B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65CD-09DD-4E26-87CA-37C0B5BC7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090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84F7B8-E1C8-C2BE-160C-6AF7F4D43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DFD2-4110-43CF-B2F8-7A512E59CE7B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C239E4C-8FAD-B3D1-4490-2D7B7D40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140E20D-586E-5405-6B7E-25434355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65CD-09DD-4E26-87CA-37C0B5BC7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466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8152F-F721-60A6-A690-446560C63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1B38C2-C3FA-8D6E-34D4-A11D914ED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78FB2D7-176B-7D3D-F1A6-698CFB966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D3302D-C5DF-BFD5-9372-E1FEB658F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DFD2-4110-43CF-B2F8-7A512E59CE7B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1E196A-55D4-76C7-9AF3-8C697405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931854-5DE4-9D83-F933-42FC8BF4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65CD-09DD-4E26-87CA-37C0B5BC7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2708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B45CC0-DED0-FF9C-2AE9-7FCDFE35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A4F191C-7DC5-75B8-806B-1D2A9F1AFA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76E64D-28CF-6E43-7C4A-BB35C69CA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D28A0B-4D9B-EEAB-F807-4314FFB3F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DFD2-4110-43CF-B2F8-7A512E59CE7B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ADDD53-2B0E-30E8-B81A-3E2091CFC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2B78A3-A764-F685-98C4-DD5CD272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65CD-09DD-4E26-87CA-37C0B5BC7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3737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2682F-87B1-AE84-7C7A-8C427B5C5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61F166-73E2-417D-F82D-D31D927E6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52025B-0B30-48E5-BAC1-4998906AE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DFD2-4110-43CF-B2F8-7A512E59CE7B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F926AC-1BC8-A90F-F794-D07113189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01C754-42EF-8B84-7033-C1A4A8544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65CD-09DD-4E26-87CA-37C0B5BC7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920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9CEB051-95CE-6538-3C7E-848C40234D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6B9DBC-D70C-F79F-6B4D-B4FBBA1B9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A5D832-664F-A47E-FF38-4A56CC54E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DFD2-4110-43CF-B2F8-7A512E59CE7B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47204C-3D37-3CF7-6391-8B425B955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71ACCF-E4B0-C3F0-99F9-44778D07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65CD-09DD-4E26-87CA-37C0B5BC7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5797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ADA3936-CAD3-C8A7-E8D8-A70FD88DA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9E08FD-5178-3283-69F8-6B070F392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3F7D70-C643-0B6E-A05F-B2A96E6850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7DFD2-4110-43CF-B2F8-7A512E59CE7B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E9FE43-C88D-7208-961F-3AFA6F31CD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C58A1F-2EE6-C5C4-B859-BD86C5753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865CD-09DD-4E26-87CA-37C0B5BC7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16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7FF87-804E-0C19-4569-402CBD3E04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RAG de busca de imóveis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02A842-77F5-2B1E-0957-75ABA1D0D2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  <a:p>
            <a:r>
              <a:rPr lang="pt-BR" dirty="0"/>
              <a:t>João Galeazzi e Matheus Soares</a:t>
            </a:r>
          </a:p>
          <a:p>
            <a:r>
              <a:rPr lang="pt-BR" dirty="0"/>
              <a:t>Processamento de Linguagem Natural</a:t>
            </a:r>
          </a:p>
          <a:p>
            <a:r>
              <a:rPr lang="pt-BR" dirty="0"/>
              <a:t>2026/1</a:t>
            </a:r>
          </a:p>
        </p:txBody>
      </p:sp>
    </p:spTree>
    <p:extLst>
      <p:ext uri="{BB962C8B-B14F-4D97-AF65-F5344CB8AC3E}">
        <p14:creationId xmlns:p14="http://schemas.microsoft.com/office/powerpoint/2010/main" val="2984802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A9AF4A-5AC3-CFD1-E3B6-53D22AC0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FD27C0-E3B4-EEF3-FD99-A244A3240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dirty="0"/>
              <a:t>Objetivo</a:t>
            </a:r>
          </a:p>
          <a:p>
            <a:r>
              <a:rPr lang="pt-BR" dirty="0"/>
              <a:t>Desenvolvemos um sistema que recebe uma busca em linguagem natural e retornar os imóveis mais relevantes de uma base de mais de 20.000 imóveis.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b="1" dirty="0"/>
              <a:t>Tecnologias utilizadas</a:t>
            </a:r>
          </a:p>
          <a:p>
            <a:r>
              <a:rPr lang="pt-BR" dirty="0"/>
              <a:t>Python </a:t>
            </a:r>
          </a:p>
          <a:p>
            <a:r>
              <a:rPr lang="pt-BR" dirty="0" err="1"/>
              <a:t>SQLite</a:t>
            </a:r>
            <a:r>
              <a:rPr lang="pt-BR" dirty="0"/>
              <a:t> </a:t>
            </a:r>
          </a:p>
          <a:p>
            <a:r>
              <a:rPr lang="pt-BR" dirty="0" err="1"/>
              <a:t>Sentence</a:t>
            </a:r>
            <a:r>
              <a:rPr lang="pt-BR" dirty="0"/>
              <a:t> Transformers </a:t>
            </a:r>
          </a:p>
          <a:p>
            <a:r>
              <a:rPr lang="pt-BR" dirty="0"/>
              <a:t>FAISS 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4355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C989B1-B1A2-B4B7-6D48-BCB76A263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7263"/>
            <a:ext cx="10515600" cy="5219700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O que é?</a:t>
            </a:r>
          </a:p>
          <a:p>
            <a:pPr marL="0" indent="0">
              <a:buNone/>
            </a:pPr>
            <a:r>
              <a:rPr lang="pt-BR" dirty="0"/>
              <a:t>É um RAG simplificado que:</a:t>
            </a:r>
          </a:p>
          <a:p>
            <a:r>
              <a:rPr lang="pt-BR" dirty="0"/>
              <a:t>Interpreta a busca do usuário. </a:t>
            </a:r>
          </a:p>
          <a:p>
            <a:r>
              <a:rPr lang="pt-BR" dirty="0"/>
              <a:t>Converte a pergunta em um vetor numérico (</a:t>
            </a:r>
            <a:r>
              <a:rPr lang="pt-BR" dirty="0" err="1"/>
              <a:t>embedding</a:t>
            </a:r>
            <a:r>
              <a:rPr lang="pt-BR" dirty="0"/>
              <a:t>). </a:t>
            </a:r>
          </a:p>
          <a:p>
            <a:r>
              <a:rPr lang="pt-BR" dirty="0"/>
              <a:t>Compara com os 20.000 imóveis. </a:t>
            </a:r>
          </a:p>
          <a:p>
            <a:r>
              <a:rPr lang="pt-BR" dirty="0"/>
              <a:t>Retorna os 5 imóveis semanticamente mais relevantes.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5804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47A4F2-E4D6-1B59-0135-CE1DD5354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4350"/>
            <a:ext cx="10515600" cy="56626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3000" b="1" dirty="0"/>
              <a:t>Fluxo:</a:t>
            </a:r>
          </a:p>
          <a:p>
            <a:pPr marL="0" indent="0">
              <a:buNone/>
            </a:pPr>
            <a:r>
              <a:rPr lang="pt-BR" b="1" dirty="0"/>
              <a:t>1. Pré-processamento</a:t>
            </a:r>
          </a:p>
          <a:p>
            <a:r>
              <a:rPr lang="pt-BR" dirty="0"/>
              <a:t>Os anúncios são tokenizados e preparados previamente por </a:t>
            </a:r>
            <a:r>
              <a:rPr lang="pt-BR" dirty="0" err="1"/>
              <a:t>webscrapping</a:t>
            </a:r>
            <a:r>
              <a:rPr lang="pt-BR" dirty="0"/>
              <a:t>.</a:t>
            </a:r>
            <a:br>
              <a:rPr lang="pt-BR" dirty="0"/>
            </a:br>
            <a:endParaRPr lang="pt-BR" dirty="0"/>
          </a:p>
          <a:p>
            <a:pPr marL="0" indent="0">
              <a:buNone/>
            </a:pPr>
            <a:r>
              <a:rPr lang="pt-BR" b="1" dirty="0"/>
              <a:t>2. </a:t>
            </a:r>
            <a:r>
              <a:rPr lang="pt-BR" b="1" dirty="0" err="1"/>
              <a:t>Embeddings</a:t>
            </a:r>
            <a:endParaRPr lang="pt-BR" b="1" dirty="0"/>
          </a:p>
          <a:p>
            <a:r>
              <a:rPr lang="pt-BR" dirty="0"/>
              <a:t>Foi testado o Word2Vec e o </a:t>
            </a:r>
            <a:r>
              <a:rPr lang="pt-BR" dirty="0" err="1"/>
              <a:t>SpaCy</a:t>
            </a:r>
            <a:r>
              <a:rPr lang="pt-BR" dirty="0"/>
              <a:t> para criar </a:t>
            </a:r>
            <a:r>
              <a:rPr lang="pt-BR" dirty="0" err="1"/>
              <a:t>embeddings</a:t>
            </a:r>
            <a:r>
              <a:rPr lang="pt-BR" dirty="0"/>
              <a:t> na unidade 3. Mas na unidade 4 utilizamos </a:t>
            </a:r>
            <a:r>
              <a:rPr lang="pt-BR" dirty="0" err="1"/>
              <a:t>sentence-transformers</a:t>
            </a:r>
            <a:r>
              <a:rPr lang="pt-BR" dirty="0"/>
              <a:t> para transformar textos em vetores numéricos.</a:t>
            </a:r>
            <a:br>
              <a:rPr lang="pt-BR" dirty="0"/>
            </a:br>
            <a:endParaRPr lang="pt-BR" dirty="0"/>
          </a:p>
          <a:p>
            <a:pPr marL="0" indent="0">
              <a:buNone/>
            </a:pPr>
            <a:r>
              <a:rPr lang="pt-BR" b="1" dirty="0"/>
              <a:t>3. Cache dos </a:t>
            </a:r>
            <a:r>
              <a:rPr lang="pt-BR" b="1" dirty="0" err="1"/>
              <a:t>embeddings</a:t>
            </a:r>
            <a:endParaRPr lang="pt-BR" b="1" dirty="0"/>
          </a:p>
          <a:p>
            <a:r>
              <a:rPr lang="pt-BR" dirty="0"/>
              <a:t>Os </a:t>
            </a:r>
            <a:r>
              <a:rPr lang="pt-BR" dirty="0" err="1"/>
              <a:t>embeddings</a:t>
            </a:r>
            <a:r>
              <a:rPr lang="pt-BR" dirty="0"/>
              <a:t> são salvos em </a:t>
            </a:r>
            <a:r>
              <a:rPr lang="pt-BR" dirty="0" err="1"/>
              <a:t>embeddings.npy</a:t>
            </a:r>
            <a:endParaRPr lang="pt-BR" dirty="0"/>
          </a:p>
          <a:p>
            <a:r>
              <a:rPr lang="pt-BR" dirty="0"/>
              <a:t>Isso evita recalcular os 20.000 imóveis a cada execução.</a:t>
            </a:r>
            <a:br>
              <a:rPr lang="pt-BR" dirty="0"/>
            </a:br>
            <a:endParaRPr lang="pt-BR" dirty="0"/>
          </a:p>
          <a:p>
            <a:pPr marL="0" indent="0">
              <a:buNone/>
            </a:pPr>
            <a:r>
              <a:rPr lang="pt-BR" b="1" dirty="0"/>
              <a:t>4. Busca vetorial</a:t>
            </a:r>
          </a:p>
          <a:p>
            <a:r>
              <a:rPr lang="pt-BR" dirty="0"/>
              <a:t>Utilizamos FAISS para encontrar os imóveis mais semelhantes à busca.</a:t>
            </a:r>
          </a:p>
        </p:txBody>
      </p:sp>
    </p:spTree>
    <p:extLst>
      <p:ext uri="{BB962C8B-B14F-4D97-AF65-F5344CB8AC3E}">
        <p14:creationId xmlns:p14="http://schemas.microsoft.com/office/powerpoint/2010/main" val="889153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DB576-2C8C-5F07-220B-CF6C3497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Status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57EF60-8DF4-0D36-8973-D767C6CD8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 que já funciona?</a:t>
            </a:r>
          </a:p>
          <a:p>
            <a:r>
              <a:rPr lang="pt-BR" dirty="0"/>
              <a:t>Carregamento da base de aproximadamente 20.000 imóveis.</a:t>
            </a:r>
          </a:p>
          <a:p>
            <a:r>
              <a:rPr lang="pt-BR" dirty="0"/>
              <a:t>Processamento textual dos anúncios.</a:t>
            </a:r>
          </a:p>
          <a:p>
            <a:r>
              <a:rPr lang="pt-BR" dirty="0"/>
              <a:t>Geração e armazenamento de </a:t>
            </a:r>
            <a:r>
              <a:rPr lang="pt-BR" dirty="0" err="1"/>
              <a:t>embeddings</a:t>
            </a:r>
            <a:r>
              <a:rPr lang="pt-BR" dirty="0"/>
              <a:t>.</a:t>
            </a:r>
          </a:p>
          <a:p>
            <a:r>
              <a:rPr lang="pt-BR" dirty="0"/>
              <a:t>Busca semântica dos imóveis mais relevantes.</a:t>
            </a:r>
          </a:p>
          <a:p>
            <a:r>
              <a:rPr lang="pt-BR" dirty="0"/>
              <a:t>Recomendação de imóveis.</a:t>
            </a:r>
          </a:p>
        </p:txBody>
      </p:sp>
    </p:spTree>
    <p:extLst>
      <p:ext uri="{BB962C8B-B14F-4D97-AF65-F5344CB8AC3E}">
        <p14:creationId xmlns:p14="http://schemas.microsoft.com/office/powerpoint/2010/main" val="1636481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74E0F8F2-8EBD-D921-3F7D-87B211418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398" y="457200"/>
            <a:ext cx="9101203" cy="160502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903BEE0-55F1-8AC1-E1F8-A860D3D75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98" y="2433369"/>
            <a:ext cx="9059539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964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FA902AB-6F20-4E08-88DB-44F0EE150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9" y="590154"/>
            <a:ext cx="12012701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35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B455E2-E888-08C7-548C-85739846A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2925"/>
            <a:ext cx="10515600" cy="56340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Limitações</a:t>
            </a:r>
          </a:p>
          <a:p>
            <a:r>
              <a:rPr lang="pt-BR" dirty="0"/>
              <a:t>O sistema não aprende com o usuário.</a:t>
            </a:r>
          </a:p>
          <a:p>
            <a:r>
              <a:rPr lang="pt-BR" dirty="0"/>
              <a:t>Ele recomenda imóveis com base na busca atual.</a:t>
            </a:r>
          </a:p>
          <a:p>
            <a:r>
              <a:rPr lang="pt-BR" dirty="0"/>
              <a:t>Durante o processamento de imóveis, alguns deles ficaram com a localização e preço nulos, poderíamos ter melhorado </a:t>
            </a:r>
            <a:r>
              <a:rPr lang="pt-BR"/>
              <a:t>essa parte</a:t>
            </a:r>
            <a:br>
              <a:rPr lang="pt-BR" dirty="0"/>
            </a:br>
            <a:endParaRPr lang="pt-BR" dirty="0"/>
          </a:p>
          <a:p>
            <a:pPr marL="0" indent="0">
              <a:buNone/>
            </a:pPr>
            <a:r>
              <a:rPr lang="pt-BR" b="1" dirty="0"/>
              <a:t>O que falta implementar?</a:t>
            </a:r>
          </a:p>
          <a:p>
            <a:r>
              <a:rPr lang="pt-BR" dirty="0"/>
              <a:t>Filtros específicos (preço, quartos, vagas, bairros). </a:t>
            </a:r>
          </a:p>
          <a:p>
            <a:r>
              <a:rPr lang="pt-BR" dirty="0"/>
              <a:t>Histórico de conversas. </a:t>
            </a:r>
          </a:p>
          <a:p>
            <a:r>
              <a:rPr lang="pt-BR" dirty="0"/>
              <a:t>Interface gráfica. </a:t>
            </a:r>
          </a:p>
          <a:p>
            <a:r>
              <a:rPr lang="pt-BR" dirty="0"/>
              <a:t>Ordenação personalizada das recomendações.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5614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C99CB-2835-C97C-24CE-487FEF6B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</a:t>
            </a:r>
            <a:r>
              <a:rPr lang="pt-BR"/>
              <a:t>da disciplina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17A8E6-80D3-1D99-B4A3-228AF0C45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r>
              <a:rPr lang="pt-BR" dirty="0"/>
              <a:t>Ao avaliar sua trajetória na disciplina, o projeto final reflete seu aprendizado em PLN?</a:t>
            </a:r>
          </a:p>
          <a:p>
            <a:endParaRPr lang="pt-BR" dirty="0"/>
          </a:p>
          <a:p>
            <a:r>
              <a:rPr lang="pt-BR" dirty="0"/>
              <a:t>Quais aspectos das aulas poderiam melhorar? Quais temas poderiam ser explorados?</a:t>
            </a:r>
          </a:p>
          <a:p>
            <a:endParaRPr lang="pt-BR" dirty="0"/>
          </a:p>
          <a:p>
            <a:r>
              <a:rPr lang="pt-BR" dirty="0"/>
              <a:t>Pontos positivos?</a:t>
            </a:r>
          </a:p>
        </p:txBody>
      </p:sp>
    </p:spTree>
    <p:extLst>
      <p:ext uri="{BB962C8B-B14F-4D97-AF65-F5344CB8AC3E}">
        <p14:creationId xmlns:p14="http://schemas.microsoft.com/office/powerpoint/2010/main" val="11903807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316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RAG de busca de imóveis </vt:lpstr>
      <vt:lpstr>Introdução</vt:lpstr>
      <vt:lpstr>Apresentação do PowerPoint</vt:lpstr>
      <vt:lpstr>Apresentação do PowerPoint</vt:lpstr>
      <vt:lpstr>Status do projeto</vt:lpstr>
      <vt:lpstr>Apresentação do PowerPoint</vt:lpstr>
      <vt:lpstr>Apresentação do PowerPoint</vt:lpstr>
      <vt:lpstr>Apresentação do PowerPoint</vt:lpstr>
      <vt:lpstr>Avaliação da disciplina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henrique</dc:creator>
  <cp:lastModifiedBy>joão henrique</cp:lastModifiedBy>
  <cp:revision>3</cp:revision>
  <dcterms:created xsi:type="dcterms:W3CDTF">2026-06-18T19:53:44Z</dcterms:created>
  <dcterms:modified xsi:type="dcterms:W3CDTF">2026-06-18T22:33:26Z</dcterms:modified>
</cp:coreProperties>
</file>